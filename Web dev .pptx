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8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solidFill>
                  <a:schemeClr val="lt1"/>
                </a:solidFill>
              </a:rPr>
              <a:t>StockBro</a:t>
            </a:r>
            <a:r>
              <a:rPr lang="en-GB" b="1" dirty="0">
                <a:solidFill>
                  <a:schemeClr val="lt1"/>
                </a:solidFill>
              </a:rPr>
              <a:t> — Trading Simulator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By: Kushal Kirti Nakrani| Web Development Mini Project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1. Problem Statement</a:t>
            </a:r>
          </a:p>
        </p:txBody>
      </p:sp>
      <p:sp>
        <p:nvSpPr>
          <p:cNvPr id="61" name="Body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5000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The Challenge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Learning to code feels abstract — students need hands-on, visual projects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No simple beginner-friendly trading simulator built with pure HTML/CSS/JS existed</a:t>
            </a:r>
          </a:p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What Was Missing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A project teaching real coding concepts: DOM, Canvas, setInterval, Objects</a:t>
            </a:r>
          </a:p>
        </p:txBody>
      </p:sp>
      <p:pic>
        <p:nvPicPr>
          <p:cNvPr id="62" name="Logo" title="images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2. Solution — What We Built</a:t>
            </a:r>
          </a:p>
        </p:txBody>
      </p:sp>
      <p:sp>
        <p:nvSpPr>
          <p:cNvPr id="61" name="Body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5000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StockBro Trading Simulator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A single HTML file game simulating a live stock market — zero libraries needed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5 stocks: AAPL, TSLA, GOOG, AMZN, NVDA — prices update every second</a:t>
            </a:r>
          </a:p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Key Features Built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Live line chart using HTML5 Canvas API — redraws on every price tick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Portfolio tracker: quantity owned, average cost price, and live P&amp;L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Trade history log with timestamps for every buy and sell</a:t>
            </a:r>
          </a:p>
        </p:txBody>
      </p:sp>
      <p:pic>
        <p:nvPicPr>
          <p:cNvPr id="62" name="Logo" title="images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3. Working — How the Code Works</a:t>
            </a:r>
          </a:p>
        </p:txBody>
      </p:sp>
      <p:sp>
        <p:nvSpPr>
          <p:cNvPr id="61" name="Body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5000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HTML &amp; CSS Structure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One file only: &lt;style&gt; for design, &lt;body&gt; for layout, &lt;script&gt; for logic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CSS Grid for 2-column layout — chart on left, trading panel on right</a:t>
            </a:r>
          </a:p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JavaScript Price Engine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tick() runs via setInterval() every 1.2 seconds — this is the game loop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New Price = Old Price × (1 + random drift) — called a Random Walk model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Buy: deducts cash, adds shares, recalculates weighted average cost price</a:t>
            </a:r>
          </a:p>
        </p:txBody>
      </p:sp>
      <p:pic>
        <p:nvPicPr>
          <p:cNvPr id="62" name="Logo" title="images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4. Conclusion — What I Learned</a:t>
            </a:r>
          </a:p>
        </p:txBody>
      </p:sp>
      <p:sp>
        <p:nvSpPr>
          <p:cNvPr id="61" name="Body"/>
          <p:cNvSpPr txBox="1">
            <a:spLocks noGrp="1"/>
          </p:cNvSpPr>
          <p:nvPr>
            <p:ph type="body" idx="1"/>
          </p:nvPr>
        </p:nvSpPr>
        <p:spPr>
          <a:xfrm>
            <a:off x="311700" y="1100000"/>
            <a:ext cx="8520600" cy="35000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Technical Skills Gained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HTML5 Canvas API — how to draw dynamic, real-time charts from scratch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setInterval() — how a game loop keeps an app alive and updating</a:t>
            </a:r>
          </a:p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What I Would Add Next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localStorage to save progress so the game persists on page refresh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A real stock price API (Yahoo Finance) for live market data</a:t>
            </a:r>
          </a:p>
          <a:p>
            <a:pPr marL="0" lvl="0" indent="0" algn="l" rt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A81B50"/>
                </a:solidFill>
              </a:rPr>
              <a:t>▶ Final Result</a:t>
            </a:r>
          </a:p>
          <a:p>
            <a:pPr marL="342900" lvl="0" indent="-228600" algn="l" rtl="0">
              <a:spcBef>
                <a:spcPts val="0"/>
              </a:spcBef>
              <a:spcAft>
                <a:spcPts val="160"/>
              </a:spcAft>
              <a:buChar char="•"/>
            </a:pPr>
            <a:r>
              <a:rPr lang="en-GB" sz="1200"/>
              <a:t>A fully working trading simulator in 1 HTML file — 0 libraries, 0 frameworks</a:t>
            </a:r>
          </a:p>
        </p:txBody>
      </p:sp>
      <p:pic>
        <p:nvPicPr>
          <p:cNvPr id="62" name="Logo" title="images.jpe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334</Words>
  <Application>Microsoft Macintosh PowerPoint</Application>
  <PresentationFormat>On-screen Show (16:9)</PresentationFormat>
  <Paragraphs>34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1. Problem Statement</vt:lpstr>
      <vt:lpstr>2. Solution — What We Built</vt:lpstr>
      <vt:lpstr>3. Working — How the Code Works</vt:lpstr>
      <vt:lpstr>4. Conclusion — What I Learned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Kushal Nakrani</cp:lastModifiedBy>
  <cp:revision>2</cp:revision>
  <dcterms:modified xsi:type="dcterms:W3CDTF">2026-03-13T16:31:13Z</dcterms:modified>
</cp:coreProperties>
</file>